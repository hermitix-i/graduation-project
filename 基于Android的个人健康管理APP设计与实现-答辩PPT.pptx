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4" autoAdjust="0"/>
  </p:normalViewPr>
  <p:slideViewPr>
    <p:cSldViewPr snapToGrid="0">
      <p:cViewPr varScale="1">
        <p:scale>
          <a:sx n="113" d="100"/>
          <a:sy n="113" d="100"/>
        </p:scale>
        <p:origin x="27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，下午好。我是[你的姓名]，我的毕业设计题目是《基于Android的个人健康管理APP设计与实现》。在当今社会，随着“健康中国”战略的推进和中青年亚健康问题的日益突出，开发一款便捷、个性化的健康管理工具具有重要的现实意义。接下来，我将从研究背景、系统设计、核心实现和测试等几个方面，向各位老师汇报我的工作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将分为四个部分。首先是绪论，介绍项目的研究背景、意义以及我的核心工作。其次是系统设计，重点阐述系统的总体架构和核心算法。第三部分是系统实现，通过截图展示APP的主要功能。最后是测试与总结，展示系统的测试结果并对整个项目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绪论部分。本项目的研究背景主要基于三点：一是“健康中国”战略的宏观驱动；二是中青年群体普遍存在的亚健康状态所带来的迫切社会需求；三是移动互联网和AI技术的成熟为项目提供了技术可行性。因此，本研究的意义在于，开发一款具有应用价值和社会价值的健康管理APP，它不仅能满足用户的个性化需求，也能在一定程度上推动主动健康管理的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明确了研究背景后，我的核心工作是设计并实现了这套包含Android用户端和Vue管理端的健康管理系统。本项目的创新点主要体现在三个方面：首先，我们构建了一个融合中医体质的三维度健康评估模型；其次，实现了基于协同过滤的个性化推荐算法；最后，通过引入社交激励机制，提高用户的参与度和坚持性。这些是我在项目中重点投入精力的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接下来介绍系统设计。为了实现上述功能，我采用了前后端分离的架构。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前端方面，Android端使用了最新的Jetpack Compose技术构建响应式UI，管理端则基于Vue3和Element-Plus快速搭建，保证了开发效率和维护性。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后端采用成熟稳定的Spring Boot框架，结合MyBatis-Plus简化开发，并引入Redis缓存处理高频热点数据，显著提升了系统响应速度。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层数据与算法层面，数据库选用了最广泛使用的MySQL。为了提供精准的内容分发，核心模块使用了“协同过滤”与“加权评分”相结合的混合推荐算法，并利用MPAndroidChart实现了清晰的数据可视化展示。这些技术的组合，既保证了系统的先进性，也兼顾了稳定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总体设计上，系统采用了经典的前后端分离四层架构，包括表现层、业务逻辑层、数据访问层和数据存储层，各层职责分明，便于维护和扩展。这张功能结构图清晰地展示了系统的两大组成部分：用户端和管理端。用户端主要包含健康评估、数据管理、运动计划和社交互动四大核心模块，全方位满足用户需求；管理端则专注于对平台的用户、内容和社区进行高效管理。这个结构是我在需求分析后独立设计完成的，兼顾了用户体验和运营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系统的技术架构图，它展示了客户端如何通过HTTP协议与后端服务进行通信，以及请求在服务端内部的处理流程。为了支撑业务，我设计了16张数据库表，其中用户表、健康数据表、评估记录表和推荐内容表是核心。合理的数据库设计是保证系统数据一致性和高效查询的基础，这部分工作花费了我不少时间进行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之一是健康评估模型。我设计了一种加权评分法，从生理、心理和生活习惯三个维度来综合评估用户的健康状况。其中生理维度占40%权重，心理和生活习惯各占30%。通过这个模型，系统可以给出一个量化的健康分数，并据此提供个性化的改善建议。这个模型的设计和实现是我项目中的一个重点创新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核心算法是个性化推荐。我采用了经典的协同过滤算法，通过分析用户行为来发现相似用户，并进行推荐。为了解决新用户的冷启动问题，我设计了基于用户标签和热门内容的兜底策略。这个算法的实现，显著提升了APP内容推荐的精准度和用户粘性，是我在后端开发中的一项关键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接下来是系统实现部分，这部分最能体现我的工作量。首先是用户端的核心功能。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展示的是APP的首页功能。在这里，用户可以快速完成中医体质与亚健康状态的综合评估。系统后台会基于评估结果，并结合协同过滤算法，为用户动态生成并推送高度个性化的健康资讯、饮食建议以及运动方案，真正做到“千人千面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健康数据管理模块。为了满足用户全场景的健康记录需求，我设计了支持多源数据聚合的功能：既支持用户手动输入，也能通过接口同步智能穿戴设备的数据，涵盖步数、心率、睡眠等维度。所有的数据都以可视化的图表形式呈现，让用户能直观看到健康指标的变化趋势。此外，我还集成了AI健康助手，能够实时解答用户简单的健康疑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这两个模块的界面UI设计、交互逻辑以及后台接口的对接与调试，均由我独立负责完成。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健康数据可视化页面，用户可以清晰地看到自己各项健康指标的变化趋势，帮助他们更好地了解自己的健康状况。通过整合医疗、运动、睡眠等多源数据，我们打破了数据孤岛，让信息聚合在一个界面上。同时，直观的图表设计让用户能够一眼发现健康趋势中的潜在风险，为健康管理提供有力的数据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续看用户端的实现。这是运动计划模块，用户可以在这里制定和跟踪自己的运动目标。这是社交互动模块，用户可以在这里分享健康动态，与其他用户互动。这两个模块的开发，特别是社交功能的后端逻辑和数据库设计，是我工作量的重要组成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用户端，我还开发了配套的管理端。这是管理端的用户管理界面，管理员可以在这里查看用户数据。这是内容管理界面，用于维护APP内的各种健康内容。管理端基于Vue3和Element-Plus开发，实现了对整个平台的后台管理，这也是我独立完成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本页重点展示平台运营数据统计看板。通过该看板，可实时查看社区活跃度、用户增长趋势及内容发布量等关键指标，为运营决策提供数据支持。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在技术实现上，我们采用了前后端分离架构，通过RESTful API进行通信，并使用JWT保证接口安全。清晰的API文档也为开发过程提供了便利，这些工作体现了我对现代软件工程规范的理解和应用。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系统质量，我进行了全面的测试。功能测试覆盖了所有核心模块，所有测试用例均通过。非功能性测试也表明，系统在性能、兼容性和安全性方面都达到了设计标准。测试结果证明，我开发的系统是稳定可靠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的工作进行总结与展望。本次毕业设计，我成功开发了一套完整的健康管理APP，并实现了预期的创新点。当然，项目也存在一些不足，比如尚未接入智能设备，AI功能有待加强。未来，我希望能在这些方面进行改进，进一步完善系统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我的汇报到此结束。感谢各位评委老师的聆听，恳请各位老师批评指正。谢谢大家！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jpe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13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5.svg"/><Relationship Id="rId4" Type="http://schemas.openxmlformats.org/officeDocument/2006/relationships/image" Target="../media/image4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11.svg"/><Relationship Id="rId4" Type="http://schemas.openxmlformats.org/officeDocument/2006/relationships/image" Target="../media/image5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基于Android的个人健康管理APP设计与实现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毕业论文答辩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1524000"/>
          </a:xfrm>
          <a:prstGeom prst="roundRect">
            <a:avLst>
              <a:gd name="adj" fmla="val 1333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495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</a:t>
            </a:r>
            <a:endParaRPr lang="en-US" sz="1100" dirty="0"/>
          </a:p>
          <a:p>
            <a:pPr indent="0" algn="ctr">
              <a:lnSpc>
                <a:spcPct val="108333"/>
              </a:lnSpc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饶秋霖</a:t>
            </a: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</a:p>
        </p:txBody>
      </p:sp>
      <p:sp>
        <p:nvSpPr>
          <p:cNvPr id="7" name="AutoShape 7"/>
          <p:cNvSpPr/>
          <p:nvPr/>
        </p:nvSpPr>
        <p:spPr>
          <a:xfrm>
            <a:off x="4191000" y="5016500"/>
            <a:ext cx="12700" cy="889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0" y="495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</a:t>
            </a:r>
            <a:endParaRPr lang="en-US" sz="1100" dirty="0"/>
          </a:p>
          <a:p>
            <a:pPr indent="0" algn="ctr">
              <a:lnSpc>
                <a:spcPct val="108333"/>
              </a:lnSpc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严承</a:t>
            </a: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</a:p>
        </p:txBody>
      </p:sp>
      <p:sp>
        <p:nvSpPr>
          <p:cNvPr id="9" name="AutoShape 9"/>
          <p:cNvSpPr/>
          <p:nvPr/>
        </p:nvSpPr>
        <p:spPr>
          <a:xfrm>
            <a:off x="7493000" y="5016500"/>
            <a:ext cx="12700" cy="889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0" y="495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</a:t>
            </a:r>
            <a:endParaRPr lang="en-US" sz="1100" dirty="0"/>
          </a:p>
          <a:p>
            <a:pPr indent="0" algn="ctr">
              <a:lnSpc>
                <a:spcPct val="108333"/>
              </a:lnSpc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2026年5月19</a:t>
            </a: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20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122FA7D-EC60-7955-452E-594B1A6D5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7" y="109332"/>
            <a:ext cx="441998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16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20320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2095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绪论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研究背景与意义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核心工作与创新点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1016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20320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095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总体设计与技术架构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核心算法设计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1016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44450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13000" y="4508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用户端核心功能展示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管理端核心功能展示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1016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4445000"/>
            <a:ext cx="114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74000" y="4508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测试与总结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系统测试与结果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绪论：研究背景与意义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4365" b="24365"/>
          <a:stretch>
            <a:fillRect/>
          </a:stretch>
        </p:blipFill>
        <p:spPr>
          <a:xfrm>
            <a:off x="952500" y="1841500"/>
            <a:ext cx="4826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68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研究背景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18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4292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中青年亚健康问题突出，慢性病呈年轻化趋势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80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5054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传统管理缺个性化方案，健康管理师缺口1200万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84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5816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“健康中国2030”推动“互联网+医疗健康”发展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t="39142" b="39142"/>
          <a:stretch>
            <a:fillRect/>
          </a:stretch>
        </p:blipFill>
        <p:spPr>
          <a:xfrm>
            <a:off x="6413500" y="1841500"/>
            <a:ext cx="4826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413500" y="368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研究意义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4318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94500" y="4292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一站式工具适配职场碎片化需求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5080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5054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社会价值：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推动主动健康管理，缓解医疗压力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5842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94500" y="5816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特色价值：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融合中医养生理念，传播传统健康文化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绪论：核心工作与创新点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核心研究工作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设计并实现了一套完整的个人健康管理系统，包含 Android 用户端与 Vue3 管理端。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独立完成从需求分析、系统设计、编码实现到功能测试的全流程开发工作。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30147" b="30147"/>
          <a:stretch>
            <a:fillRect/>
          </a:stretch>
        </p:blipFill>
        <p:spPr>
          <a:xfrm>
            <a:off x="762000" y="4064000"/>
            <a:ext cx="4318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5461000" y="1778000"/>
            <a:ext cx="5969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095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1968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中医体质与亚健康三维度评估模型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创新性融合中医体质辨识理论与现代健康管理理念，从生理、心理、生活习惯三个维度，对用户健康状况进行全方位综合评估。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461000" y="3492500"/>
            <a:ext cx="5969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3810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604000" y="3683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基于协同过滤的个性化推荐算法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基于用户的历史健康数据与行为偏好，利用协同过滤算法，精准推荐个性化健康资讯与定制化干预方案，大幅提升用户体验。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461000" y="5207000"/>
            <a:ext cx="5969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0" y="5524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5397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社交激励机制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引入社交互动元素，设计健康动态分享、好友打卡挑战等功能，以社交连接增强用户粘性，保障健康管理行为的长期持续性。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系统设计：相关技术栈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7393" b="7393"/>
          <a:stretch>
            <a:fillRect/>
          </a:stretch>
        </p:blipFill>
        <p:spPr>
          <a:xfrm>
            <a:off x="1016000" y="3048000"/>
            <a:ext cx="711200" cy="7112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905000" y="3048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移动端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Jetpack Compose (UI)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MVVM 响应式架构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105" b="1105"/>
          <a:stretch>
            <a:fillRect/>
          </a:stretch>
        </p:blipFill>
        <p:spPr>
          <a:xfrm>
            <a:off x="1016000" y="4445000"/>
            <a:ext cx="711200" cy="7112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905000" y="444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 管理端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Vue 3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Element-Plus 组件库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2159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3048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核心业务框架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3.x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MyBatis-Plus (ORM)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99000" y="4445000"/>
            <a:ext cx="711200" cy="7112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588000" y="4445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高性能缓存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Redis 6.0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热点数据/Token存储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55000" y="2159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数据与算法层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82000" y="3048000"/>
            <a:ext cx="711200" cy="7112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9271000" y="3048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关系型数据库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主从架构保障一致性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4445000"/>
            <a:ext cx="711200" cy="711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271000" y="44450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推荐与可视化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协同过滤 / 加权评分算法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MPAndroidChart 图表组件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系统整体架构（前后端分离）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功能模块划分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2794000"/>
            <a:ext cx="2349500" cy="3175000"/>
          </a:xfrm>
          <a:prstGeom prst="roundRect">
            <a:avLst>
              <a:gd name="adj" fmla="val 4324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946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 APP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3683000"/>
            <a:ext cx="2095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健康评估：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身体成分分析与问卷测评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健康指标记录与趋势图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运动计划：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个性化定制与打卡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社交互动：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好友挑战与社区分享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953500" y="2794000"/>
            <a:ext cx="2349500" cy="3175000"/>
          </a:xfrm>
          <a:prstGeom prst="roundRect">
            <a:avLst>
              <a:gd name="adj" fmla="val 432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64748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298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588500" y="2946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Web 管理端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80500" y="3683000"/>
            <a:ext cx="2095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账号审核与权限配置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内容管理：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课程发布与知识文章管理</a:t>
            </a: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社区管理：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帖子审核与违规内容处理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架构特点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采用四层架构：视图层 → 接口网关层 → 业务逻辑层 → 数据层，高内聚低耦合，便于后续扩展与维护。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6F6AF84-CC3C-0330-5F31-8ED1110C29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066" y="2231195"/>
            <a:ext cx="3948203" cy="2467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核心数据库表设计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技术架构链路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921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79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客户端接入层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(Jetpack Compose) → HTTP/HTTPS → Nginx 网关转发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19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406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交互与高性能缓存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 标准化交互 | Redis 缓存 (用户会话 / 热点健康数据)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51435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397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5270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后端核心服务层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分层架构：Controller → Service → Mapper → MySQL 持久化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2032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▍用户相关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用户表 · 管理员表 · 关注关系表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▍健康数据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健康数据表 · 健康评估表 · 运动计划表 · 运动打卡表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477000" y="4318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▍内容资源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健康食谱表 · 健身视频表 · 调理方案表 · 评估题目表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546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▍社交互动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社交动态表 · 社交评论表 · 收藏表 · 审核记录表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系统设计：核心算法 - 健康评估模型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加权评分法模型构建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667000"/>
            <a:ext cx="4597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评估维度：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摒弃单一指标，综合考量</a:t>
            </a:r>
            <a:r>
              <a:rPr lang="en-US" sz="13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生理、心理、生活习惯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三大核心维度，实现全方位健康画像。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556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6830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生理维度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体重 / 血压 / 心率等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客观体征指标</a:t>
            </a:r>
          </a:p>
        </p:txBody>
      </p:sp>
      <p:sp>
        <p:nvSpPr>
          <p:cNvPr id="9" name="AutoShape 9"/>
          <p:cNvSpPr/>
          <p:nvPr/>
        </p:nvSpPr>
        <p:spPr>
          <a:xfrm>
            <a:off x="2628900" y="3556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705100" y="36830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心理维度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基于量表评估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压力/焦虑/情绪状态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191000" y="3556000"/>
            <a:ext cx="14732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267200" y="36830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生活习惯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饮食结构 / 运动频次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睡眠质量等行为数据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66800" y="4953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193800" y="5080000"/>
            <a:ext cx="4343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核心公式：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健康综合分 = Σ ( 各维度标准化得分 × 对应权重 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👉 结果输出：根据得分划分为4个健康等级，并智能匹配个性化改善方案。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27800" y="2032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算法实现流程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2794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298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29464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1. 数据获取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用户主动输入、问卷量表及可穿戴设备多维数据同步。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77300" y="2794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4300" y="298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398000" y="29464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2. 标准化处理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基于预设的行业标准或AI训练阈值，将原始数据统一转换为0-100的标准分。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27800" y="4445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4800" y="4635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45974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3. 加权计算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代入加权评分公式，计算得出用户的最终健康综合得分。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877300" y="4445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FDF2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4300" y="4635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398000" y="45974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4. 结果与反馈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根据分数匹配健康等级，并推送针对性的饮食、运动及心理干预建议。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系统设计：核心算法 - 个性化推荐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858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828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协同过滤推荐算法 (Collaborative Filtering)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30500"/>
            <a:ext cx="6223000" cy="1079500"/>
          </a:xfrm>
          <a:prstGeom prst="roundRect">
            <a:avLst>
              <a:gd name="adj" fmla="val 941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2921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28800" y="28575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核心思想：“物以类聚，人以群分”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基于用户行为数据（收藏、点赞、浏览），挖掘用户潜在的兴趣关联，寻找相似用户（邻居），将邻居喜欢的优质内容推荐给目标用户。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66800" y="4000500"/>
            <a:ext cx="622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关键实现步骤：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构建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用户-物品评分矩阵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，记录用户对健康内容的偏好值； ② 利用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余弦相似度算法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计算并排序用户间的相似度； ③ 聚合邻居偏好，生成Top-N推荐列表。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66800" y="5207000"/>
            <a:ext cx="6223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19200" y="5334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💡 冷启动策略：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结合“注册体质标签 + 健康目标”进行内容匹配，同时辅以全站热门内容推荐，解决新用户无历史行为数据的问题。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1778000"/>
            <a:ext cx="3556000" cy="4318000"/>
          </a:xfrm>
          <a:prstGeom prst="roundRect">
            <a:avLst>
              <a:gd name="adj" fmla="val 4285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算法核心优势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3048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3302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32385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发现“惊喜”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CFDF5"/>
                </a:solidFill>
                <a:latin typeface="Noto Sans SC"/>
                <a:ea typeface="Noto Sans SC"/>
                <a:cs typeface="Noto Sans SC"/>
                <a:sym typeface="Noto Sans SC"/>
              </a:rPr>
              <a:t>跳出用户已知兴趣范围，挖掘并推荐潜在偏好，提升内容消费的“惊喜感”。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4572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4826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47625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高通用性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CFDF5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不依赖对内容本身的理解和特征提取，对不同类型的健康内容具有广泛适用性。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71465" y="19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多场景健康评估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825500"/>
            <a:ext cx="10668000" cy="56515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25465" y="984250"/>
            <a:ext cx="10160000" cy="1016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14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143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多场景健康评估体系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212725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涵盖首页入口、亚健康及中医体质多维评估场景，全方位覆盖用户健康自检需求</a:t>
            </a:r>
            <a:r>
              <a:rPr lang="en-US" sz="15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055972-8E6D-50BC-5CCA-BE4406F10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118" y="2635250"/>
            <a:ext cx="1723106" cy="355299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5FEB0D-9AE4-58CE-C0DB-35F5B23463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700" y="2635250"/>
            <a:ext cx="1723105" cy="36137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9C6E2B-7032-8DAC-6041-D46FF4ADE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81" y="2635250"/>
            <a:ext cx="1892515" cy="3613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健康数据可视化看板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全维数据可视化看板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整合医疗、运动、睡眠等多源异构数据，打破数据孤岛。通过交互式图表直观呈现心率、步数、睡眠质量等核心健康指标的动态变化趋势，让健康状态一目了然。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95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49276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多源聚合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一站式汇总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全场景记录</a:t>
            </a:r>
          </a:p>
        </p:txBody>
      </p:sp>
      <p:sp>
        <p:nvSpPr>
          <p:cNvPr id="9" name="AutoShape 9"/>
          <p:cNvSpPr/>
          <p:nvPr/>
        </p:nvSpPr>
        <p:spPr>
          <a:xfrm>
            <a:off x="2667000" y="4699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7500" y="4953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365500" y="49276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趋势洞察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追踪指标变化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发现潜在风险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572000" y="4699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495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49276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直观可视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极简图表设计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关键信息秒懂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4A2A43A-1721-EEC0-3C3D-975A1D6558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889" y="0"/>
            <a:ext cx="32267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8269" y="12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运动管理与社交互动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5207000" cy="5207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8128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033604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097104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运动计划制定与管理页面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895350"/>
            <a:ext cx="5207000" cy="520065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8128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5533" y="1029371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007" y="1036391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社交广场与动态互动页面</a:t>
            </a:r>
            <a:endParaRPr lang="en-US" sz="11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DA93287-4C4F-5624-28AB-E78700BE4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8133" y="1581870"/>
            <a:ext cx="2568851" cy="429399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3FE3409-DCCD-A07B-E978-FB995D603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133" y="1587605"/>
            <a:ext cx="2916241" cy="43750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Web管理端核心功能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82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76400" y="20574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系统工作台与用户管理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305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集成系统工作台总览，实时监控平台核心指标与用户动态，提升管理效率。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精细化管理用户全生命周期，涵盖注册审核、角色权限配置及画像分析。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66800" y="4064000"/>
            <a:ext cx="4597400" cy="1778000"/>
          </a:xfrm>
          <a:prstGeom prst="roundRect">
            <a:avLst>
              <a:gd name="adj" fmla="val 5714"/>
            </a:avLst>
          </a:prstGeom>
          <a:blipFill>
            <a:blip r:embed="rId5"/>
            <a:stretch>
              <a:fillRect l="-11097" r="-11097"/>
            </a:stretch>
          </a:blip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59055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图8：管理端工作台与用户管理页面截图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2082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37400" y="20574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评估量表与内容规则维护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27305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可视化配置健康评估量表题库与计分规则，支持模型动态迭代。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规范化管理科普资讯与运动饮食方案，保障内容的专业度与合规性。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527800" y="4064000"/>
            <a:ext cx="4597400" cy="1778000"/>
          </a:xfrm>
          <a:prstGeom prst="roundRect">
            <a:avLst>
              <a:gd name="adj" fmla="val 5714"/>
            </a:avLst>
          </a:prstGeom>
          <a:blipFill>
            <a:blip r:embed="rId7"/>
            <a:stretch>
              <a:fillRect l="-15732" r="-15732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27800" y="59055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图9：评估量表与内容规则维护页面截图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平台运营数据统计看板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59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社区运营数据统计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921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实时查看社区活跃度、用户增长趋势、内容发布量等关键运营数据，辅助决策。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3556000"/>
            <a:ext cx="9906000" cy="2794000"/>
          </a:xfrm>
          <a:prstGeom prst="roundRect">
            <a:avLst>
              <a:gd name="adj" fmla="val 0"/>
            </a:avLst>
          </a:prstGeom>
          <a:blipFill>
            <a:blip r:embed="rId5"/>
            <a:stretch>
              <a:fillRect l="-8739" r="-8739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技术亮点：前后端分离与API设计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540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5400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830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架构，彻底打破传统开发模式中的耦合限制，让前端与后端团队能够并行独立开发，显著提升整体协作效率。同时，清晰的职责边界极大增强了系统的可维护性与扩展性，为后续迭代打下坚实基础。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540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540000"/>
            <a:ext cx="355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安全与规范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6830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JWT 身份验证机制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，建立严格的鉴权流程，确保所有接口调用来源可信，有效保障用户敏感数据与隐私安全。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制定并产出标准化的接口文档，清晰定义了每一个接口的参数、请求格式与响应数据结构，极大降低了团队间沟通成本，提升开发一致性。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测试与总结：系统测试与结果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260600"/>
            <a:ext cx="222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全方位验证系统核心能力，确保上线后的稳定性与可靠性，重点关注以下维度：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功能完整性与准确性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性能指标是否达标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数据传输与存储的安全性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70500" y="2260600"/>
            <a:ext cx="222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内容与结果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🔹 功能性测试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覆盖前后端核心流程，50+个黑盒测试用例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全部通过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🔹 非功能性测试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性能：核心接口响应 &lt;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200ms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兼容：主流Android机型适配良好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安全：成功防御SQL注入/XSS攻击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53500" y="2260600"/>
            <a:ext cx="2222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175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经过完整的测试验证，系统已具备投入正式使用的条件。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功能完整且逻辑闭环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运行环境稳定可靠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综合性能优良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完全符合设计预期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测试与总结：总结与展望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项目总结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984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核心功能完整落地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成功设计并实现了一套基于Android的个人健康管理系统，功能闭环完整，达成了预期的所有开发目标。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127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中西结合的创新尝试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创新性地将中医体质辨识与现代健康管理相结合，为亚健康人群提供了科学、便捷的健康状态管理工具。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207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技术能力显著提升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通过全流程开发，深入掌握了Spring Boot + Android的前后端分离开发模式及相关技术栈的应用。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2286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67500" y="2476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现存不足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硬件联动：尚未接入智能手环等可穿戴设备，健康数据采集依赖手动输入，便捷性受限。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AI能力：健康助手功能较为基础，缺乏多轮对话和复杂的推理能力。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算法优化：协同过滤算法在处理“冷启动”场景时，推荐精准度有较大提升空间。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77000" y="4191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67500" y="43815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🚀 未来展望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• 万物互联：打通与主流智能穿戴设备的连接，实现体征数据的实时自动同步。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智能升级：引入大语言模型，增强AI健康助手的语义理解与生成能力，提供个性化方案。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• 算法升级：引入混合推荐算法，解决冷启动问题，进一步提升健康内容的推荐匹配度。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敬请各位评委老师批评指正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1347</Words>
  <Application>Microsoft Office PowerPoint</Application>
  <PresentationFormat>宽屏</PresentationFormat>
  <Paragraphs>232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秋霖 饶</cp:lastModifiedBy>
  <cp:revision>6</cp:revision>
  <dcterms:modified xsi:type="dcterms:W3CDTF">2026-05-18T17:18:35Z</dcterms:modified>
</cp:coreProperties>
</file>